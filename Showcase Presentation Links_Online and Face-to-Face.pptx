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256" r:id="rId3"/>
    <p:sldId id="2467" r:id="rId4"/>
    <p:sldId id="3254" r:id="rId5"/>
    <p:sldId id="3299" r:id="rId6"/>
    <p:sldId id="3300" r:id="rId7"/>
    <p:sldId id="3301" r:id="rId8"/>
    <p:sldId id="74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2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253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4768A3-CE1D-4B38-9DB7-258A20660199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D24F3-C88E-4C15-8193-4E111B80EC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1419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A289-FF3D-6221-0919-52B01AA8C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94B72A-F72E-6F44-5F03-1418A0B23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6A39C-6018-18E9-5F8D-4A1EC20EB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20D52-2FFC-C9DF-2C1D-0D71439D0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06BD1-0781-7498-CBE7-882C85BCF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95949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6307-42D9-B52A-3FDF-879E60F0F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A6530-A555-4496-8091-721D1F881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4BAD6-101F-B851-1C08-7D894720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BE63D-2BAC-0771-6CDD-E58CA768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2B1F2-308D-04CF-0533-43636B440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1116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51970-B490-B69E-FCBD-212BA091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EDBB8-F6B9-F902-DDF8-399BEAD5F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A61F5-3BD9-1364-E269-EA50C8D5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1C5DD-8DE3-E3A8-9502-3A87814D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7EB9C-AF45-B217-1DA1-31C1499B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844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B327E-C2D8-2826-AC41-CBF55C1F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1C1C5-C310-D6F8-E733-80DC724D8F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EB3D25-4FAE-3121-CD93-0C49A108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4EAB2-5E1A-8619-3057-C3A1AB5D1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9F5A9-2584-E93E-6A0F-A4794EE1D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7E2D3-3374-99CB-1920-B67380A0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7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6ED3B-21CA-4495-94A5-BF0A07143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25D24-B245-8441-06C8-6FC24B1D7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E5481-DAD5-42E9-A05C-FE17FB031D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BF7B5-BC72-38B3-02F0-7BB1BC9D07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271FD1-022B-B62F-16CD-57BC6B42D6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968B3-4251-2756-4B56-73ADD506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7B1F6D-47C2-CAE3-A4E5-9BBEA271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390004-77A4-C994-6377-2D03957A9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784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029FA-C545-B505-6C82-069457BD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CBFB8-D61F-8DA0-01D0-D4ABB178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936ED-D26E-6CDD-AE85-E69826C2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0F5E15-D044-ACA4-4FF1-4403C9CB1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0804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00D06D-3A18-FF5D-39C8-EC1AC6D1C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041F04-363D-EF82-F43A-1F8511337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072FA-339B-371C-0059-8970DEB10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054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B85B4-BB2F-E262-E02E-C1DC1BF00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14E00-FACA-AA09-85E5-E01105E85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4EE9D-4DB5-87C6-C68D-3C076EA321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988F-CF28-82C0-CDE6-5940AF6A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6275B-7D78-C2DE-31FE-0C2CC2479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A9313-C86F-F87B-3741-AEE3F072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4448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15856-F0AB-56B5-BD98-57810EED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7A74BD-4349-19E0-431D-8899C9B137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9018E4-FE4E-963A-A372-8FF2993F1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71D85-A2C7-2BA8-45B6-F761AF790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167D4-1A0A-BA70-330D-3FF1004FE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2802A-72F4-775F-7C84-9B2F5770F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132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CF791-333B-3959-5EB7-74857A08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0ACA7-4517-BC5B-569C-29CDA754F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72832-7FB6-BE62-8AC6-AC4630D92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D29DE-BC8E-969C-246D-FAB1068D1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5BE22-884E-FBF3-A25E-96D41863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5697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444B66-AC16-CCAB-AFE8-29D6415A7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ACECC-B4A9-B0D4-C662-26E490713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00766-BA84-C9DB-9E6F-3B62FB47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67406-7D6A-427B-AE15-EA86D49A46C9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61B9B-7BB2-B7BE-929B-53D8853D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AB2A3-A938-DC24-C96A-DF2004F89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2973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53CF8-4CC4-7F3B-2E2C-B754C2E0B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47C4A4-F523-ACA9-5C84-1EB3B80F5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C56B62-F469-5355-6292-CF3055CB0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6D681-D058-06A0-CFA9-1ACBCF9DA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91BDF-B5C2-115A-032D-5C46CBD9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3186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2C67-E368-7D38-83A4-DC56A3CE4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983C6-8621-2FAD-A749-9E13A6E82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0925-44BC-4207-88BC-094591F65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163BBE-E6DD-4BA0-5A98-015DA3DCE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556D0-7775-3B39-DE7E-B43E5937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76717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96912-D2E1-9F64-1372-FD29BECA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B3F36E-92D4-F7A9-5611-D4EBA0BE88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A57A2-4AEF-2382-EDA9-9845CA39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37D0E-8F76-6E7D-576B-3044ADA8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2D88E-0EE8-C9D0-7C68-6610F7CEA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69594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A8EEF-DD28-69EB-29C5-D19A23E2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7F8B3-1006-F7DE-14E9-62BEEF0BC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79AB7C-879B-50DC-E53A-4393B966D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D7845-F396-BCEB-3205-F5CB38CB2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FD3CE-E9A4-DBF3-1F0E-201F7D7F8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8F1D0-0AD2-C539-20D2-851B13FB1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47249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249C5-0226-85F6-8D4F-D4EA9199B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293AD-8E77-DFCC-2C3E-8937176F9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B92EC-30B6-5005-98C8-910D96DBB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EC2EA1-CEE9-87F1-74CA-7EA588BF2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4F0A23-C285-3B5E-0EF8-4DF4263F0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763897-C5FE-C3C3-0CDA-105871814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6D7EC9-F5EC-C2D4-DFE1-05F4CA0D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CEC484-2B60-830F-28B9-0BF2FCAE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658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555B2-54AC-E8D5-3367-D1C2415C8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E7327B-BCFB-7F1B-0D11-15CDAFA5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EA2D0-8DDC-C686-66FD-4DE83C54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0BFAB-E28F-508B-19B8-6522D8ACF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49621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69272-1C68-4E9F-DF2B-EFBD432E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2DC98D-0E86-D36E-F380-6954CD1E0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A1A426-B4F3-BBC6-83AE-7CC2B62F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36678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050BF-D428-3081-57B1-8789F7735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5AD68-6E43-EC2D-C33D-9C8C408CC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07F6F4-D743-9E3B-ECD3-FC039ED7A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4F5F1-6B2A-22C2-ECEA-5177C220A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F1728-E389-E41B-E406-1E97CFE6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B1710-9C83-7478-4B35-7F8EEFEF0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90949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26ED2-C254-312D-15C0-846C33DE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BD8503-8FCB-7F53-63D6-495FC6DA09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F4EB0-E8B0-EA92-3CF8-6A5D1F5C74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D7A35-CE5F-ECE8-2441-58A2C9202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D0283E-7CC6-0CCE-C2FC-702F78F90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77FBD-6EC1-3B80-4A79-3B5A0E2E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28232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E148A-761D-E27D-E888-B7E27FD8A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74B11-2215-EBF3-BEA3-EF320EE38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7CD92-D758-240E-A2D2-4E195BC7F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B3A7E-35BE-57C3-5A4F-F3FB5F4D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17621-F8C1-F075-FE92-FD0DDB619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983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FC27C-709B-17D0-FA2E-D84DCAB7FA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9340E5-47C9-4263-1E76-9BE55624B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996FD-B031-5E26-AF28-582721D53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A40DC-3820-4F90-B4E8-98BE2140A65D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9D959-5F65-A253-A7EB-99402547B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B7ADB-FEDC-6841-0342-4A29EDFCF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786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CC3005-B647-9E32-CC60-519127703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7C51E-6DC2-39F3-9212-D582E0A9B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B9BBC-D295-7A76-2B27-6B12AD3F6F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67406-7D6A-427B-AE15-EA86D49A46C9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8185DA-FDEE-FA5B-E9B0-C02631270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860BB-9B5C-C732-6BD6-2C0DFC8EE6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5C574-5640-4986-AA8B-BE8048252EF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4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DDAB3A-0A22-D024-CB1E-FB00658BEB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D3B34-6582-BD11-4D42-366502C70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8C151-0A35-D9DB-7435-13417BC8F3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AA40DC-3820-4F90-B4E8-98BE2140A65D}" type="datetimeFigureOut">
              <a:rPr lang="en-AU" smtClean="0"/>
              <a:t>28/10/2025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A9709-41CF-642F-7858-53BE89DAE6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2F23B-D3DD-D490-A64F-7E733F664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F4E00-A0CE-455C-B0DA-A2CE083CA5E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154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s.microsoft.com/l/meetup-join/19%3ameeting_YjkwYzFkYWUtZGU4OS00Y2FiLTkyNDEtZmQ3NjczMjBjOWVk%40thread.v2/0?context=%7b%22Tid%22%3a%22e8911c26-cf9f-4a9c-878e-527807be8791%22%2c%22Oid%22%3a%229506d58e-77d8-417d-a0ac-cbcbd8f071a2%22%7d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s.microsoft.com/l/meetup-join/19%3ameeting_ODRlOTRmNjItNjlhYi00M2JlLTgxNWEtNzlkMjE4N2U4NTc3%40thread.v2/0?context=%7b%22Tid%22%3a%22e8911c26-cf9f-4a9c-878e-527807be8791%22%2c%22Oid%22%3a%229506d58e-77d8-417d-a0ac-cbcbd8f071a2%22%7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s.microsoft.com/l/meetup-join/19%3ameeting_YWYwNWU5MjgtYzNhZS00NmJiLTljZWUtMGU5YmZmNmYwMDE4%40thread.v2/0?context=%7b%22Tid%22%3a%22e8911c26-cf9f-4a9c-878e-527807be8791%22%2c%22Oid%22%3a%229506d58e-77d8-417d-a0ac-cbcbd8f071a2%22%7d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s.microsoft.com/l/meetup-join/19%3ameeting_NzA2YTNhYWEtNDkxYy00ODg3LTg5ZjYtNTQ2NTU2YmRiNTNi%40thread.v2/0?context=%7b%22Tid%22%3a%22e8911c26-cf9f-4a9c-878e-527807be8791%22%2c%22Oid%22%3a%229506d58e-77d8-417d-a0ac-cbcbd8f071a2%22%7d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farshid-keivanian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FarshidKeivania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876F03-8BAA-72AB-E62A-1CEA6868C9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3992" y="1407171"/>
            <a:ext cx="8737863" cy="3105506"/>
          </a:xfrm>
        </p:spPr>
        <p:txBody>
          <a:bodyPr anchor="b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4800" dirty="0">
                <a:latin typeface="Calibir"/>
              </a:rPr>
              <a:t>Introduction to Software Engineering (ISE102)</a:t>
            </a:r>
            <a:br>
              <a:rPr lang="en-US" sz="4800" dirty="0">
                <a:latin typeface="Calibir"/>
              </a:rPr>
            </a:br>
            <a:r>
              <a:rPr lang="en-US" sz="4800" dirty="0">
                <a:latin typeface="Calibir"/>
              </a:rPr>
              <a:t>Showcase Presentation</a:t>
            </a:r>
            <a:endParaRPr lang="en-AU" sz="4800" dirty="0">
              <a:latin typeface="Calibir"/>
            </a:endParaRPr>
          </a:p>
        </p:txBody>
      </p:sp>
      <p:pic>
        <p:nvPicPr>
          <p:cNvPr id="6" name="Picture 5" descr="A person wearing glasses and a blue shirt&#10;&#10;AI-generated content may be incorrect.">
            <a:extLst>
              <a:ext uri="{FF2B5EF4-FFF2-40B4-BE49-F238E27FC236}">
                <a16:creationId xmlns:a16="http://schemas.microsoft.com/office/drawing/2014/main" id="{6073E74C-6F0F-4134-F922-9D911600F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390145" y="1199407"/>
            <a:ext cx="2673847" cy="3521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40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DA366-6BE2-EF72-FFA9-3FC1C60C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B7095-A95E-A4AA-C9AB-75AB5D7B3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72661"/>
          </a:xfrm>
        </p:spPr>
        <p:txBody>
          <a:bodyPr anchor="b">
            <a:normAutofit/>
          </a:bodyPr>
          <a:lstStyle/>
          <a:p>
            <a:r>
              <a:rPr lang="en-US" sz="4000" dirty="0">
                <a:latin typeface="Calibir"/>
              </a:rPr>
              <a:t>Showcase Presentation</a:t>
            </a:r>
            <a:endParaRPr lang="en-AU" sz="4000" b="1" dirty="0">
              <a:latin typeface="Calibir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27E07D-3152-877C-5DB6-99289A67CE5B}"/>
              </a:ext>
            </a:extLst>
          </p:cNvPr>
          <p:cNvSpPr txBox="1"/>
          <p:nvPr/>
        </p:nvSpPr>
        <p:spPr>
          <a:xfrm>
            <a:off x="-1" y="1387367"/>
            <a:ext cx="12191999" cy="39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Link to join online presentation 28</a:t>
            </a:r>
            <a:r>
              <a:rPr lang="en-US" sz="2800" kern="100" baseline="300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th</a:t>
            </a:r>
            <a:r>
              <a:rPr lang="en-US" sz="28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 Oct 6:15 PM – 8:15 PM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Link to join online presentation 31</a:t>
            </a:r>
            <a:r>
              <a:rPr lang="en-US" sz="2800" kern="100" baseline="300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st</a:t>
            </a:r>
            <a:r>
              <a:rPr lang="en-US" sz="28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 Oct 12 PM -  2PM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Face-to-Face presentation 4</a:t>
            </a:r>
            <a:r>
              <a:rPr lang="en-US" sz="2800" kern="100" baseline="300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th</a:t>
            </a:r>
            <a:r>
              <a:rPr lang="en-US" sz="28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 Nov 4 PM – 6 PM with a link to join online if needed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Face-to-Face presentation 7</a:t>
            </a:r>
            <a:r>
              <a:rPr lang="en-US" sz="2800" kern="100" baseline="300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th</a:t>
            </a:r>
            <a:r>
              <a:rPr lang="en-US" sz="28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 Nov 12 PM – 2PM with a link to join online if needed</a:t>
            </a:r>
          </a:p>
        </p:txBody>
      </p:sp>
    </p:spTree>
    <p:extLst>
      <p:ext uri="{BB962C8B-B14F-4D97-AF65-F5344CB8AC3E}">
        <p14:creationId xmlns:p14="http://schemas.microsoft.com/office/powerpoint/2010/main" val="3000910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5BDA7-0D0C-161A-B5A9-7678BB08E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E84EE-1F2D-82A4-1346-637499CD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Link to join online presentation 28th Oct 6:15 PM – 8:15 PM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CC2F80-31AB-4993-813F-7BD5A913667E}"/>
              </a:ext>
            </a:extLst>
          </p:cNvPr>
          <p:cNvSpPr txBox="1"/>
          <p:nvPr/>
        </p:nvSpPr>
        <p:spPr>
          <a:xfrm>
            <a:off x="110359" y="756745"/>
            <a:ext cx="11971282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Here is the link for Tuesday 28</a:t>
            </a:r>
            <a:r>
              <a:rPr lang="en-US" sz="2800" baseline="30000" dirty="0">
                <a:latin typeface="Calibir"/>
              </a:rPr>
              <a:t>th</a:t>
            </a:r>
            <a:r>
              <a:rPr lang="en-US" sz="2800" dirty="0">
                <a:latin typeface="Calibir"/>
              </a:rPr>
              <a:t> Oct 6:15 PM – 8:15 PM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E1D07C6-401D-E9EE-C23D-E9811D2DA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30119"/>
            <a:ext cx="121920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Calibi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Presentation FSD Tuesday 28th Oct (6:15 PM - 8:15 PM) | Meeting-Join | Microsoft Teams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Calibir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96E1D0-1263-2A51-9DDF-AF614B2E4C12}"/>
              </a:ext>
            </a:extLst>
          </p:cNvPr>
          <p:cNvSpPr txBox="1"/>
          <p:nvPr/>
        </p:nvSpPr>
        <p:spPr>
          <a:xfrm>
            <a:off x="0" y="2831670"/>
            <a:ext cx="61905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https://teams.microsoft.com/l/meetup-join/19%3ameeting_YjkwYzFkYWUtZGU4OS00Y2FiLTkyNDEtZmQ3NjczMjBjOWVk%40thread.v2/0?context=%7b%22Tid%22%3a%22e8911c26-cf9f-4a9c-878e-527807be8791%22%2c%22Oid%22%3a%229506d58e-77d8-417d-a0ac-cbcbd8f071a2%22%7d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44146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13C61-1003-949B-92E5-9E5A2707A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57669-FAB4-C292-A5F6-4EC9EE4EC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56744"/>
          </a:xfrm>
        </p:spPr>
        <p:txBody>
          <a:bodyPr anchor="b">
            <a:normAutofit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Link to join online presentation 31st Oct 12 PM -  2PM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D750C-ECCC-4D74-6534-47B205BB4C60}"/>
              </a:ext>
            </a:extLst>
          </p:cNvPr>
          <p:cNvSpPr txBox="1"/>
          <p:nvPr/>
        </p:nvSpPr>
        <p:spPr>
          <a:xfrm>
            <a:off x="110359" y="756745"/>
            <a:ext cx="11971282" cy="671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Here is the link for Friday 31st Oct 12 PM – 2 PM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F0A179-D924-0040-5EE8-6BD867C7C3AD}"/>
              </a:ext>
            </a:extLst>
          </p:cNvPr>
          <p:cNvSpPr txBox="1"/>
          <p:nvPr/>
        </p:nvSpPr>
        <p:spPr>
          <a:xfrm>
            <a:off x="0" y="2831670"/>
            <a:ext cx="61905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https://teams.microsoft.com/l/meetup-join/19%3ameeting_ODRlOTRmNjItNjlhYi00M2JlLTgxNWEtNzlkMjE4N2U4NTc3%40thread.v2/0?context=%7b%22Tid%22%3a%22e8911c26-cf9f-4a9c-878e-527807be8791%22%2c%22Oid%22%3a%229506d58e-77d8-417d-a0ac-cbcbd8f071a2%22%7d</a:t>
            </a:r>
            <a:r>
              <a:rPr lang="en-US" dirty="0"/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4B3752A-3F83-76B6-CBE1-8D428DCB9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53079"/>
            <a:ext cx="121920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Calibi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Presentation FSD Friday 31st Oct (12 PM - 2 PM) | Meeting-Join | Microsoft Teams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2802393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6AE607-FBB1-028F-F81B-85348233F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B02DA-37CF-E90B-358F-5CB97DD2F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0523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Face-to-Face presentation 4th Nov 4 PM – 6 PM with a link to join online if needed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2DAB80-8CC0-FCFC-B2CC-45DEA714DAB2}"/>
              </a:ext>
            </a:extLst>
          </p:cNvPr>
          <p:cNvSpPr txBox="1"/>
          <p:nvPr/>
        </p:nvSpPr>
        <p:spPr>
          <a:xfrm>
            <a:off x="0" y="1265008"/>
            <a:ext cx="11971282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Tuesday 4</a:t>
            </a:r>
            <a:r>
              <a:rPr lang="en-US" sz="2800" baseline="30000" dirty="0">
                <a:latin typeface="Calibir"/>
              </a:rPr>
              <a:t>th</a:t>
            </a:r>
            <a:r>
              <a:rPr lang="en-US" sz="2800" dirty="0">
                <a:latin typeface="Calibir"/>
              </a:rPr>
              <a:t> Nov 4 – 6 PM is face-to-face presentation. However, if needed here is the link to join online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35FAB5-8C22-E3F8-A369-09E4932B61AC}"/>
              </a:ext>
            </a:extLst>
          </p:cNvPr>
          <p:cNvSpPr txBox="1"/>
          <p:nvPr/>
        </p:nvSpPr>
        <p:spPr>
          <a:xfrm>
            <a:off x="21019" y="3798622"/>
            <a:ext cx="61905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https://teams.microsoft.com/l/meetup-join/19%3ameeting_YWYwNWU5MjgtYzNhZS00NmJiLTljZWUtMGU5YmZmNmYwMDE4%40thread.v2/0?context=%7b%22Tid%22%3a%22e8911c26-cf9f-4a9c-878e-527807be8791%22%2c%22Oid%22%3a%229506d58e-77d8-417d-a0ac-cbcbd8f071a2%22%7d</a:t>
            </a:r>
            <a:r>
              <a:rPr lang="en-US" dirty="0"/>
              <a:t>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E7FF9D3-4654-FF2B-C8BC-02D29853A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9" y="2713852"/>
            <a:ext cx="121920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Calibi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Tuesday 4th Nov 4 – 6 PM (Face-to-Face and Online) | Meeting-Join | Microsoft Teams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1929440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39C31-F20E-7CC7-4DE6-B2105C8E0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ED798-0015-D3C1-C19C-C67D4F2B2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40523"/>
          </a:xfrm>
        </p:spPr>
        <p:txBody>
          <a:bodyPr anchor="b">
            <a:normAutofit fontScale="90000"/>
          </a:bodyPr>
          <a:lstStyle/>
          <a:p>
            <a:pPr>
              <a:spcAft>
                <a:spcPts val="800"/>
              </a:spcAft>
            </a:pPr>
            <a:r>
              <a:rPr lang="en-US" sz="4000" kern="100" dirty="0">
                <a:latin typeface="Calibir"/>
                <a:ea typeface="Aptos" panose="020B0004020202020204" pitchFamily="34" charset="0"/>
                <a:cs typeface="Arial" panose="020B0604020202020204" pitchFamily="34" charset="0"/>
              </a:rPr>
              <a:t>Face-to-Face presentation 7th Nov 12 PM – 2 PM with a link to join online if needed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8DA49B-80BA-1D4D-0E5C-D1604B6371A2}"/>
              </a:ext>
            </a:extLst>
          </p:cNvPr>
          <p:cNvSpPr txBox="1"/>
          <p:nvPr/>
        </p:nvSpPr>
        <p:spPr>
          <a:xfrm>
            <a:off x="0" y="1265008"/>
            <a:ext cx="11971282" cy="1318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en-US" sz="2800" dirty="0">
                <a:latin typeface="Calibir"/>
              </a:rPr>
              <a:t>Friday 7</a:t>
            </a:r>
            <a:r>
              <a:rPr lang="en-US" sz="2800" baseline="30000" dirty="0">
                <a:latin typeface="Calibir"/>
              </a:rPr>
              <a:t>th</a:t>
            </a:r>
            <a:r>
              <a:rPr lang="en-US" sz="2800" dirty="0">
                <a:latin typeface="Calibir"/>
              </a:rPr>
              <a:t> Nov 12 – 2 PM is face-to-face presentation. However, if needed here is the link to join online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F3D7AD-D37C-4217-C4D5-47CBAC1A98F1}"/>
              </a:ext>
            </a:extLst>
          </p:cNvPr>
          <p:cNvSpPr txBox="1"/>
          <p:nvPr/>
        </p:nvSpPr>
        <p:spPr>
          <a:xfrm>
            <a:off x="21019" y="3798622"/>
            <a:ext cx="619059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https://teams.microsoft.com/l/meetup-join/19%3ameeting_NzA2YTNhYWEtNDkxYy00ODg3LTg5ZjYtNTQ2NTU2YmRiNTNi%40thread.v2/0?context=%7b%22Tid%22%3a%22e8911c26-cf9f-4a9c-878e-527807be8791%22%2c%22Oid%22%3a%229506d58e-77d8-417d-a0ac-cbcbd8f071a2%22%7d</a:t>
            </a:r>
            <a:r>
              <a:rPr lang="en-US" dirty="0"/>
              <a:t>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0E51FF-2877-A032-E240-5C6CBE85E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19" y="2583189"/>
            <a:ext cx="12060622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accent4"/>
                </a:solidFill>
                <a:effectLst/>
                <a:latin typeface="Calibi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Friday 7th Nov 12 PM – 2 PM (Face-to-Face and Online) | Meeting-Join | Microsoft Teams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accent4"/>
              </a:solidFill>
              <a:effectLst/>
              <a:latin typeface="Calibir"/>
            </a:endParaRPr>
          </a:p>
        </p:txBody>
      </p:sp>
    </p:spTree>
    <p:extLst>
      <p:ext uri="{BB962C8B-B14F-4D97-AF65-F5344CB8AC3E}">
        <p14:creationId xmlns:p14="http://schemas.microsoft.com/office/powerpoint/2010/main" val="3715227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0C101F-C65F-1D84-0824-C2471518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 descr="Tying a bow in an arrangment of presents">
            <a:extLst>
              <a:ext uri="{FF2B5EF4-FFF2-40B4-BE49-F238E27FC236}">
                <a16:creationId xmlns:a16="http://schemas.microsoft.com/office/drawing/2014/main" id="{E6D721DE-1453-5AA6-9447-209B227E2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81" r="16168" b="-2"/>
          <a:stretch/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</p:spPr>
      </p:pic>
      <p:sp>
        <p:nvSpPr>
          <p:cNvPr id="41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845029-98A4-9C92-04B4-320B6AFDD1B8}"/>
              </a:ext>
            </a:extLst>
          </p:cNvPr>
          <p:cNvSpPr txBox="1"/>
          <p:nvPr/>
        </p:nvSpPr>
        <p:spPr>
          <a:xfrm>
            <a:off x="6388119" y="99483"/>
            <a:ext cx="5198044" cy="66515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Happy Learning and Bright Futures Ahead!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Dr. Farshid Keivanian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Stay Connected: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3"/>
              </a:rPr>
              <a:t>linkedin.com/in/farshid-keivanian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4"/>
              </a:rPr>
              <a:t>github.com/FarshidKeivanian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  <a:p>
            <a:pPr marL="0" marR="0" lvl="0" indent="-2286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Education is the most powerful weapon you can use to change the world.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alpha val="8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 Nelson Mandela</a:t>
            </a:r>
          </a:p>
        </p:txBody>
      </p:sp>
      <p:sp>
        <p:nvSpPr>
          <p:cNvPr id="45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8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4505</TotalTime>
  <Words>449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Aptos</vt:lpstr>
      <vt:lpstr>Aptos Display</vt:lpstr>
      <vt:lpstr>Arial</vt:lpstr>
      <vt:lpstr>Calibir</vt:lpstr>
      <vt:lpstr>Calibri</vt:lpstr>
      <vt:lpstr>Calibri Light</vt:lpstr>
      <vt:lpstr>Office Theme</vt:lpstr>
      <vt:lpstr>1_Office Theme</vt:lpstr>
      <vt:lpstr>Introduction to Software Engineering (ISE102) Showcase Presentation</vt:lpstr>
      <vt:lpstr>Showcase Presentation</vt:lpstr>
      <vt:lpstr>Link to join online presentation 28th Oct 6:15 PM – 8:15 PM</vt:lpstr>
      <vt:lpstr>Link to join online presentation 31st Oct 12 PM -  2PM</vt:lpstr>
      <vt:lpstr>Face-to-Face presentation 4th Nov 4 PM – 6 PM with a link to join online if needed</vt:lpstr>
      <vt:lpstr>Face-to-Face presentation 7th Nov 12 PM – 2 PM with a link to join online if needed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Farshid Keivanian</dc:creator>
  <cp:lastModifiedBy>Farshid Keivanian</cp:lastModifiedBy>
  <cp:revision>1441</cp:revision>
  <dcterms:created xsi:type="dcterms:W3CDTF">2025-07-28T16:39:25Z</dcterms:created>
  <dcterms:modified xsi:type="dcterms:W3CDTF">2025-10-27T21:32:15Z</dcterms:modified>
</cp:coreProperties>
</file>